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D5E74-B4FF-4C26-9066-2E7838D1AC54}" v="17" dt="2026-01-20T16:48:14.0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PROJECT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NAME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Mental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Health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Companion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Chatbot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97F7E-F39B-2207-221A-6C433EB0A4CE}"/>
              </a:ext>
            </a:extLst>
          </p:cNvPr>
          <p:cNvSpPr txBox="1"/>
          <p:nvPr/>
        </p:nvSpPr>
        <p:spPr>
          <a:xfrm>
            <a:off x="1929282" y="4058588"/>
            <a:ext cx="81391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PRESENTED BY : </a:t>
            </a:r>
            <a:r>
              <a:rPr lang="en-US" dirty="0"/>
              <a:t>AADITHYA</a:t>
            </a:r>
          </a:p>
          <a:p>
            <a:pPr>
              <a:buNone/>
            </a:pPr>
            <a:r>
              <a:rPr lang="en-US" b="1" dirty="0"/>
              <a:t>COLLEGE NAME : </a:t>
            </a:r>
            <a:r>
              <a:rPr lang="en-US" dirty="0"/>
              <a:t>BHARATH INSTITUTE OF HIGHER EDUCATION AND RESEARCH</a:t>
            </a:r>
          </a:p>
          <a:p>
            <a:pPr>
              <a:buNone/>
            </a:pPr>
            <a:r>
              <a:rPr lang="en-US" b="1" dirty="0"/>
              <a:t>DEPARTMENT : </a:t>
            </a:r>
            <a:r>
              <a:rPr lang="en-US" dirty="0"/>
              <a:t>CSE (AIML)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F3434-8B1E-1177-EA16-F760385EF73C}"/>
              </a:ext>
            </a:extLst>
          </p:cNvPr>
          <p:cNvSpPr txBox="1"/>
          <p:nvPr/>
        </p:nvSpPr>
        <p:spPr>
          <a:xfrm>
            <a:off x="977201" y="1670933"/>
            <a:ext cx="88299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Mental health issues such as stress, anxiety, and depression are increasing rapidly due to academic pressure, work stress, and lifestyle changes.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Many individuals do not seek professional help because of social stigma, high consultation costs, and lack of immediate access to mental health professionals.</a:t>
            </a:r>
            <a:br>
              <a:rPr lang="en-US" dirty="0"/>
            </a:br>
            <a:r>
              <a:rPr lang="en-US" dirty="0"/>
              <a:t>Traditional mental health support systems are not always available 24/7 and may not provide instant assistance.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Therefore, there is a need for an accessible, cost-effective, and always-available system that can provide basic mental health support and guidance.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78BD1-3104-2766-A5C8-0CFB2A160231}"/>
              </a:ext>
            </a:extLst>
          </p:cNvPr>
          <p:cNvSpPr txBox="1"/>
          <p:nvPr/>
        </p:nvSpPr>
        <p:spPr>
          <a:xfrm>
            <a:off x="746089" y="1617675"/>
            <a:ext cx="102669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proposed system is a </a:t>
            </a:r>
            <a:r>
              <a:rPr lang="en-US" b="1" dirty="0"/>
              <a:t>Mental Health Companion Chatbot</a:t>
            </a:r>
            <a:r>
              <a:rPr lang="en-US" dirty="0"/>
              <a:t> that provides emotional support through interactive conversation.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chatbot allows users to express their feelings and concerns in a safe and non-judgmental environment.</a:t>
            </a:r>
            <a:br>
              <a:rPr lang="en-US" dirty="0"/>
            </a:br>
            <a:r>
              <a:rPr lang="en-US" dirty="0"/>
              <a:t>It analyzes user input and provides supportive responses, stress management suggestions, and mental wellness guidance.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system is designed to be available 24/7 and can serve as a first-level support tool for individuals seeking mental health assistance.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BB50C-6021-1444-AFE3-A20964262AD6}"/>
              </a:ext>
            </a:extLst>
          </p:cNvPr>
          <p:cNvSpPr txBox="1"/>
          <p:nvPr/>
        </p:nvSpPr>
        <p:spPr>
          <a:xfrm>
            <a:off x="581192" y="1818642"/>
            <a:ext cx="60943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Programming Language: Python</a:t>
            </a:r>
          </a:p>
          <a:p>
            <a:endParaRPr lang="en-IN" dirty="0"/>
          </a:p>
          <a:p>
            <a:br>
              <a:rPr lang="en-IN" dirty="0"/>
            </a:br>
            <a:r>
              <a:rPr lang="en-IN" dirty="0"/>
              <a:t>Chatbot Type: AI-based Conversational System</a:t>
            </a:r>
          </a:p>
          <a:p>
            <a:endParaRPr lang="en-IN" dirty="0"/>
          </a:p>
          <a:p>
            <a:br>
              <a:rPr lang="en-IN" dirty="0"/>
            </a:br>
            <a:r>
              <a:rPr lang="en-IN" dirty="0"/>
              <a:t>Libraries Used: </a:t>
            </a:r>
            <a:r>
              <a:rPr lang="en-IN" dirty="0" err="1"/>
              <a:t>Streamlit</a:t>
            </a:r>
            <a:r>
              <a:rPr lang="en-IN" dirty="0"/>
              <a:t>, NLP Libraries</a:t>
            </a:r>
          </a:p>
          <a:p>
            <a:endParaRPr lang="en-IN" dirty="0"/>
          </a:p>
          <a:p>
            <a:br>
              <a:rPr lang="en-IN" dirty="0"/>
            </a:br>
            <a:r>
              <a:rPr lang="en-IN" dirty="0"/>
              <a:t>Deployment Platform: </a:t>
            </a:r>
            <a:r>
              <a:rPr lang="en-IN" dirty="0" err="1"/>
              <a:t>Streamlit</a:t>
            </a:r>
            <a:r>
              <a:rPr lang="en-IN" dirty="0"/>
              <a:t> Community Cloud</a:t>
            </a:r>
          </a:p>
          <a:p>
            <a:endParaRPr lang="en-IN" dirty="0"/>
          </a:p>
          <a:p>
            <a:br>
              <a:rPr lang="en-IN" dirty="0"/>
            </a:br>
            <a:r>
              <a:rPr lang="en-IN" dirty="0"/>
              <a:t>Version Control: GitHub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315522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6AA4B-4DFE-DF39-D15E-EF8E61FC7583}"/>
              </a:ext>
            </a:extLst>
          </p:cNvPr>
          <p:cNvSpPr txBox="1"/>
          <p:nvPr/>
        </p:nvSpPr>
        <p:spPr>
          <a:xfrm>
            <a:off x="745659" y="1305342"/>
            <a:ext cx="99658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Algorithm:</a:t>
            </a:r>
          </a:p>
          <a:p>
            <a:pPr>
              <a:buNone/>
            </a:pPr>
            <a:r>
              <a:rPr lang="en-US" dirty="0"/>
              <a:t>Natural Language Processing (NLP) techniques are used to understand and interpret user messages.</a:t>
            </a:r>
            <a:br>
              <a:rPr lang="en-US" dirty="0"/>
            </a:br>
            <a:r>
              <a:rPr lang="en-US" dirty="0"/>
              <a:t>The chatbot processes user input, identifies keywords and emotional cues, and generates appropriate responses.</a:t>
            </a:r>
            <a:br>
              <a:rPr lang="en-US" dirty="0"/>
            </a:br>
            <a:r>
              <a:rPr lang="en-US" dirty="0"/>
              <a:t>This enables meaningful and context-aware conversations that support user mental well-being.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Deployment:</a:t>
            </a:r>
          </a:p>
          <a:p>
            <a:pPr>
              <a:buNone/>
            </a:pPr>
            <a:r>
              <a:rPr lang="en-US" dirty="0"/>
              <a:t>The chatbot is developed as a web application using </a:t>
            </a:r>
            <a:r>
              <a:rPr lang="en-US" dirty="0" err="1"/>
              <a:t>Streamlit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After development, the application is deployed on </a:t>
            </a:r>
            <a:r>
              <a:rPr lang="en-US" dirty="0" err="1"/>
              <a:t>Streamlit</a:t>
            </a:r>
            <a:r>
              <a:rPr lang="en-US" dirty="0"/>
              <a:t> Community Cloud.</a:t>
            </a:r>
            <a:br>
              <a:rPr lang="en-US" dirty="0"/>
            </a:br>
            <a:r>
              <a:rPr lang="en-US" dirty="0"/>
              <a:t>Deployment through cloud hosting allows the chatbot to be accessed from anywhere using a web browser without requiring local installation.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6D642C-B2ED-1A84-C699-2E14787EB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56043" y="1222649"/>
            <a:ext cx="3748035" cy="5269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1E676E-C223-6616-D1BB-BD1DED95D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995" y="1236001"/>
            <a:ext cx="3837865" cy="52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000" dirty="0"/>
              <a:t>The Mental Health Companion Chatbot demonstrates the practical application of artificial intelligence in the field of mental health support.</a:t>
            </a:r>
            <a:br>
              <a:rPr lang="en-US" sz="2000" dirty="0"/>
            </a:br>
            <a:r>
              <a:rPr lang="en-US" sz="2000" dirty="0"/>
              <a:t>The system provides an accessible, user-friendly, and supportive platform for individuals seeking emotional assistance.</a:t>
            </a:r>
          </a:p>
          <a:p>
            <a:pPr marL="305435" indent="-305435"/>
            <a:endParaRPr lang="en-US" sz="2000" dirty="0"/>
          </a:p>
          <a:p>
            <a:pPr marL="305435" indent="-305435"/>
            <a:r>
              <a:rPr lang="en-US" sz="2000" dirty="0"/>
              <a:t>By combining NLP techniques with a web-based interface, the project highlights how technology can be used to promote mental well-being.</a:t>
            </a:r>
            <a:br>
              <a:rPr lang="en-US" sz="2000" dirty="0"/>
            </a:br>
            <a:r>
              <a:rPr lang="en-US" sz="2000" dirty="0"/>
              <a:t>This project serves as a foundation for more advanced mental health support systems in the future.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9903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7F3F2-AD53-3C65-9131-35BD46880348}"/>
              </a:ext>
            </a:extLst>
          </p:cNvPr>
          <p:cNvSpPr txBox="1"/>
          <p:nvPr/>
        </p:nvSpPr>
        <p:spPr>
          <a:xfrm>
            <a:off x="615461" y="1530256"/>
            <a:ext cx="107976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chatbot can be enhanced by integrating advanced emotion detection techniques to better understand user feelings.</a:t>
            </a:r>
          </a:p>
          <a:p>
            <a:br>
              <a:rPr lang="en-US" dirty="0"/>
            </a:br>
            <a:r>
              <a:rPr lang="en-US" dirty="0"/>
              <a:t>Multilingual support can be added to make the system accessible to a wider audience.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system can be integrated with professional counseling services for emergency or high-risk cases.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A mobile application version can be developed to improve accessibility and user engagement.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Machine learning models can be improved to provide more personalized mental health recommendations.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https://github.com/kiranaadhi6677-web/heart-disease-streamlit.git</a:t>
            </a:r>
          </a:p>
          <a:p>
            <a:r>
              <a:rPr lang="en-IN" dirty="0"/>
              <a:t>Deployment Link: https://heart-disease-app-gfdpmcovnorzcplo8mgc6g.streamlit.app/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1062</TotalTime>
  <Words>598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DividendVTI</vt:lpstr>
      <vt:lpstr>PROJECT NAME Mental Health Companion Chatbot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aadithya j</cp:lastModifiedBy>
  <cp:revision>40</cp:revision>
  <dcterms:created xsi:type="dcterms:W3CDTF">2021-05-26T16:50:10Z</dcterms:created>
  <dcterms:modified xsi:type="dcterms:W3CDTF">2026-01-21T06:01:58Z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